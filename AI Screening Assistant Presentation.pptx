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3be1ea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d3be1ead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6579d95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d6579d951_2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d6579d95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d6579d951_2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d6579d951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d6579d951_2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d6579d951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ad6579d951_2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0.png"/><Relationship Id="rId13" Type="http://schemas.openxmlformats.org/officeDocument/2006/relationships/image" Target="../media/image21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7" Type="http://schemas.openxmlformats.org/officeDocument/2006/relationships/image" Target="../media/image33.png"/><Relationship Id="rId16" Type="http://schemas.openxmlformats.org/officeDocument/2006/relationships/image" Target="../media/image35.png"/><Relationship Id="rId5" Type="http://schemas.openxmlformats.org/officeDocument/2006/relationships/image" Target="../media/image6.png"/><Relationship Id="rId19" Type="http://schemas.openxmlformats.org/officeDocument/2006/relationships/image" Target="../media/image32.png"/><Relationship Id="rId6" Type="http://schemas.openxmlformats.org/officeDocument/2006/relationships/image" Target="../media/image18.png"/><Relationship Id="rId18" Type="http://schemas.openxmlformats.org/officeDocument/2006/relationships/image" Target="../media/image27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41.png"/><Relationship Id="rId5" Type="http://schemas.openxmlformats.org/officeDocument/2006/relationships/image" Target="../media/image31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0" y="17702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1" lang="en-US" sz="5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 Screening</a:t>
            </a: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Assistant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188800"/>
            <a:ext cx="122364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82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Gen AI Bootcamp - Capstone​ Project</a:t>
            </a:r>
            <a:endParaRPr b="1" sz="21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76550" y="5047906"/>
            <a:ext cx="523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Presented by: Emmanuelle Frappier</a:t>
            </a:r>
            <a:endParaRPr sz="12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975395"/>
            <a:ext cx="4743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76300" y="2430465"/>
            <a:ext cx="493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Volume Overload: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HR spends hours reviewing hundreds of documents manually.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76300" y="3192465"/>
            <a:ext cx="493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Inconsistent Screening</a:t>
            </a: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Different recruiters apply different criterias, leading to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unfair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choices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3954465"/>
            <a:ext cx="493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Unconscious Bias: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Human fatigue and subjectivity affect fairness.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4716465"/>
            <a:ext cx="493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Slow Time-to-Hire: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Delays in screening mean losing top talent to competitors.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85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05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25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545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27770"/>
            <a:ext cx="5219699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Objective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762250" y="2140140"/>
            <a:ext cx="6667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build an intelligent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transparent system that automates analysis, ensures fairness, and matches candidates based on </a:t>
            </a:r>
            <a:r>
              <a:rPr lang="en-US" sz="15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semantic skills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not just keywords.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205159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AI-Powered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Screening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Assistant that brings speed and intelligence to hiring.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76300" y="2851695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Analysis: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Extracts key info instantly using NLP.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76300" y="3613695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Semantic Matching: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Compares candidate skills to job descriptions using vector embeddings.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437569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Smart Ranking: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Scores candidates by relevance.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4832895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Insightful Summaries: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Generates "Strengths &amp; Gaps" analysis.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897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17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137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7099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00100" y="571500"/>
            <a:ext cx="113613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876225" y="2007827"/>
            <a:ext cx="493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Upload CVs + Job Description.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76300" y="24516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Extraction: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Parse text from documents.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76300" y="29088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Embedding: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 vectors (Job + CVs).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76300" y="33660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Storage: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Save to Pinecone Vector DB.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76300" y="38232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Search: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Perform semantic similarity search.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76300" y="42804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Rank candidates &amp; LLM summary.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76300" y="47376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Display charts &amp; statistics.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76300" y="519484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Export: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Download results to Excel.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Program Architecture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140"/>
            <a:ext cx="3479750" cy="2474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1360140"/>
            <a:ext cx="3479750" cy="2474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0600" y="1360140"/>
            <a:ext cx="3479899" cy="2474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39505"/>
            <a:ext cx="3479750" cy="2169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6050" y="4139505"/>
            <a:ext cx="3479750" cy="2169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40600" y="4139505"/>
            <a:ext cx="3479899" cy="2169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1674465"/>
            <a:ext cx="285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14547" y="2465040"/>
            <a:ext cx="29936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Core Logic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85825" y="2910780"/>
            <a:ext cx="285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Python, Pandas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NumPy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0375" y="1674465"/>
            <a:ext cx="285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599097" y="2465040"/>
            <a:ext cx="29936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 &amp; NLP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70375" y="2910780"/>
            <a:ext cx="285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LlamaIndex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HuggingFace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54925" y="1674465"/>
            <a:ext cx="2851249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383644" y="2465040"/>
            <a:ext cx="299381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Vector DB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454925" y="2910780"/>
            <a:ext cx="28512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Pinecone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4453830"/>
            <a:ext cx="285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14547" y="5244405"/>
            <a:ext cx="29936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85825" y="5690145"/>
            <a:ext cx="285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0375" y="4453830"/>
            <a:ext cx="285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4599097" y="5244405"/>
            <a:ext cx="29936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Visualization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70375" y="5690145"/>
            <a:ext cx="285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Matplotlib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Seaborn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54925" y="4453830"/>
            <a:ext cx="2851249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383644" y="5244405"/>
            <a:ext cx="299381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Control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454925" y="5690145"/>
            <a:ext cx="285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11275" y="172209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38676" y="172209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80525" y="172209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11275" y="450145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38676" y="450145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56712" y="4501455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Technologies Used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8" title="python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23200" y="1513824"/>
            <a:ext cx="669004" cy="6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title="layers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07814" y="1460224"/>
            <a:ext cx="776225" cy="7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data-server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542925" y="1536425"/>
            <a:ext cx="776225" cy="7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title="website-layou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982913" y="4315775"/>
            <a:ext cx="776225" cy="7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title="statistics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674563" y="4249275"/>
            <a:ext cx="842725" cy="8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title="github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492424" y="4315798"/>
            <a:ext cx="776225" cy="776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125" y="2213669"/>
            <a:ext cx="6381750" cy="24306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3355657" y="2604194"/>
            <a:ext cx="548068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Live Demo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486150" y="3423344"/>
            <a:ext cx="5219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Experience the AI Screening Assistant in Action.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3479750" cy="369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1976437"/>
            <a:ext cx="3479750" cy="369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0600" y="1976437"/>
            <a:ext cx="3479899" cy="369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290762"/>
            <a:ext cx="285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14547" y="3081337"/>
            <a:ext cx="29936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Test Data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85825" y="3527077"/>
            <a:ext cx="2851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Acquiring diverse, realistic CVs for robust testing.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Used synthetic data generation and anonymized public datasets.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0375" y="2290762"/>
            <a:ext cx="285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599097" y="3081337"/>
            <a:ext cx="29936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Matching Logic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670375" y="3527077"/>
            <a:ext cx="2851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Text search wasn't enough; needed to understand "skills" and "fit".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Tuned embedding models to capture semantic meaning over keywords.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4925" y="2290762"/>
            <a:ext cx="2851249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383644" y="3081337"/>
            <a:ext cx="299381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Prompt Design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454925" y="3527077"/>
            <a:ext cx="28512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LLM hallucinations in summaries.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Strict prompt engineering to ground the LLM solely in the retrieved context.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1275" y="23383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101" y="23383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94800" y="23383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Challenges &amp; Solutions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10733" y="3686175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Scheduling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413191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interview scheduling via calendar API integration.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383413" y="3686175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LinkedIn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3444180" y="413191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integration to fetch profiles and expand candidate pool.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256094" y="3686175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316860" y="413191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dashboard for DEI metrics and hiring funnel insights.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128774" y="3686175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Templates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189541" y="413191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Pre-built JD templates to standardize requirements.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320992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Future Roadmap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705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1385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4066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6746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220980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Transforming Recruitment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265554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Screening Assistant proves that we can modernize the hiring pipeline without losing the human touch.</a:t>
            </a:r>
            <a:endParaRPr/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2777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876300" y="376044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Drastically reduces initial screening time.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76300" y="421764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surfaces candidates based on merit and skill.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76300" y="4674840"/>
            <a:ext cx="4933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Fairness: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Provides a standardized, bias-reduced evaluation.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985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557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294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4384696" y="2291804"/>
            <a:ext cx="342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4384696" y="2291804"/>
            <a:ext cx="342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